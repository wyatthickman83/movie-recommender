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AA1F3E-EB02-0A78-7A74-B429F8E187D4}" v="123" dt="2024-04-26T18:21:34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3C2B07E4-CDF9-4C88-A2F3-04620E58224D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80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86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2B07E4-CDF9-4C88-A2F3-04620E58224D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83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2B07E4-CDF9-4C88-A2F3-04620E58224D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61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2B07E4-CDF9-4C88-A2F3-04620E58224D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67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26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2B07E4-CDF9-4C88-A2F3-04620E58224D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56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29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2B07E4-CDF9-4C88-A2F3-04620E58224D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35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82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C2B07E4-CDF9-4C88-A2F3-04620E58224D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15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4/26/2024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60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su-is/Movie-Recommende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0A5B-AFFA-D4E6-2F30-6409A0B93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97" y="1659925"/>
            <a:ext cx="4572000" cy="6198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gency FB" panose="020B0503020202020204" pitchFamily="34" charset="0"/>
              </a:rPr>
              <a:t>Movie Recommender</a:t>
            </a:r>
          </a:p>
        </p:txBody>
      </p:sp>
      <p:pic>
        <p:nvPicPr>
          <p:cNvPr id="4" name="Content Placeholder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DCFF9814-57B7-A61F-6A91-AC4FC81C2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3502" b="3"/>
          <a:stretch/>
        </p:blipFill>
        <p:spPr>
          <a:xfrm>
            <a:off x="5025664" y="229535"/>
            <a:ext cx="6346406" cy="63989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01D148-AE7C-AADE-DBB8-F6AD3CDF3726}"/>
              </a:ext>
            </a:extLst>
          </p:cNvPr>
          <p:cNvSpPr txBox="1"/>
          <p:nvPr/>
        </p:nvSpPr>
        <p:spPr>
          <a:xfrm>
            <a:off x="1044729" y="2347287"/>
            <a:ext cx="40256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gency FB" panose="020B0503020202020204" pitchFamily="34" charset="0"/>
              </a:rPr>
              <a:t>By: Elijah Poupart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BC6538-9269-468A-1F7D-6B08CFBF5185}"/>
              </a:ext>
            </a:extLst>
          </p:cNvPr>
          <p:cNvSpPr txBox="1"/>
          <p:nvPr/>
        </p:nvSpPr>
        <p:spPr>
          <a:xfrm>
            <a:off x="959417" y="2716619"/>
            <a:ext cx="351990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masis MT Pro Black" panose="020F0502020204030204" pitchFamily="18" charset="0"/>
              </a:rPr>
              <a:t>This is a program that recommends movies to the user based on questions asked.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AD177-3408-CD0C-1BBF-5D6ABC1835BE}"/>
              </a:ext>
            </a:extLst>
          </p:cNvPr>
          <p:cNvSpPr txBox="1"/>
          <p:nvPr/>
        </p:nvSpPr>
        <p:spPr>
          <a:xfrm>
            <a:off x="224480" y="5284515"/>
            <a:ext cx="53303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https://github.com/ksu-is/Movie-Recommender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64741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4</TotalTime>
  <Words>30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Agency FB</vt:lpstr>
      <vt:lpstr>Amasis MT Pro Black</vt:lpstr>
      <vt:lpstr>Calibri Light</vt:lpstr>
      <vt:lpstr>Rockwell</vt:lpstr>
      <vt:lpstr>Wingdings</vt:lpstr>
      <vt:lpstr>Atlas</vt:lpstr>
      <vt:lpstr>Movie Recommender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Elijah Poupart</cp:lastModifiedBy>
  <cp:revision>47</cp:revision>
  <dcterms:created xsi:type="dcterms:W3CDTF">2024-04-26T17:38:34Z</dcterms:created>
  <dcterms:modified xsi:type="dcterms:W3CDTF">2024-04-26T18:29:08Z</dcterms:modified>
</cp:coreProperties>
</file>